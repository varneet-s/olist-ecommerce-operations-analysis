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</Types>
</file>

<file path=_rels/.rels><?xml version="1.0" encoding="UTF-8" standalone="yes"?>
<Relationships xmlns="http://schemas.openxmlformats.org/package/2006/relationships">
    <Relationship Id="rId3" Type="http://schemas.openxmlformats.org/package/2006/relationships/metadata/core-properties" Target="docProps/core.xml"/>
    <Relationship Id="rId2" Type="http://schemas.openxmlformats.org/package/2006/relationships/metadata/thumbnail" Target="docProps/thumbnail.jpeg"/>
    <Relationship Id="rId1" Type="http://schemas.openxmlformats.org/officeDocument/2006/relationships/officeDocument" Target="ppt/presentation.xml"/>
    <Relationship Id="rId4" Type="http://schemas.openxmlformats.org/officeDocument/2006/relationships/extended-properties" Target="docProps/app.xml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?>

<Relationships xmlns='http://schemas.openxmlformats.org/package/2006/relationships'>
  <Relationship Id='rId3' Target='presProps.xml' Type='http://schemas.openxmlformats.org/officeDocument/2006/relationships/presProps' />
  <Relationship Id='rId1' Target='slideMasters/slideMaster1.xml' Type='http://schemas.openxmlformats.org/officeDocument/2006/relationships/slideMaster' />
  <Relationship Id='rId2' Target='tableStyles.xml' Type='http://schemas.openxmlformats.org/officeDocument/2006/relationships/tableStyles' />
  <Relationship Id='rId5' Target='theme/theme1.xml' Type='http://schemas.openxmlformats.org/officeDocument/2006/relationships/theme' />
  <Relationship Id='rId4' Target='viewProps.xml' Type='http://schemas.openxmlformats.org/officeDocument/2006/relationships/viewProps' />
  <Relationship Id='rId6' Target='slides/slide1.xml' Type='http://schemas.openxmlformats.org/officeDocument/2006/relationships/slide' />
  <Relationship Id='rId7' Target='slides/slide2.xml' Type='http://schemas.openxmlformats.org/officeDocument/2006/relationships/slide' />
  <Relationship Id='rId8' Target='slides/slide3.xml' Type='http://schemas.openxmlformats.org/officeDocument/2006/relationships/slide' />
  <Relationship Id='rId9' Target='slides/slide4.xml' Type='http://schemas.openxmlformats.org/officeDocument/2006/relationships/slide' />
  <Relationship Id='rId10' Target='slides/slide5.xml' Type='http://schemas.openxmlformats.org/officeDocument/2006/relationships/slide' />
  <Relationship Id='rId11' Target='slides/slide6.xml' Type='http://schemas.openxmlformats.org/officeDocument/2006/relationships/slide' />
  <Relationship Id='rId12' Target='slides/slide7.xml' Type='http://schemas.openxmlformats.org/officeDocument/2006/relationships/slide' />
  <Relationship Id='rId13' Target='slides/slide8.xml' Type='http://schemas.openxmlformats.org/officeDocument/2006/relationships/slide' />
  <Relationship Id='rId14' Target='slides/slide9.xml' Type='http://schemas.openxmlformats.org/officeDocument/2006/relationships/slide' />
  <Relationship Id='rId15' Target='slides/slide10.xml' Type='http://schemas.openxmlformats.org/officeDocument/2006/relationships/slide' />
</Relationships>

</file>

<file path=ppt/slideLayouts/_rels/slideLayout1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2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3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6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7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8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9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10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11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  <Relationship Id="rId8" Type="http://schemas.openxmlformats.org/officeDocument/2006/relationships/slideLayout" Target="../slideLayouts/slideLayout8.xml"/>
    <Relationship Id="rId3" Type="http://schemas.openxmlformats.org/officeDocument/2006/relationships/slideLayout" Target="../slideLayouts/slideLayout3.xml"/>
    <Relationship Id="rId7" Type="http://schemas.openxmlformats.org/officeDocument/2006/relationships/slideLayout" Target="../slideLayouts/slideLayout7.xml"/>
    <Relationship Id="rId12" Type="http://schemas.openxmlformats.org/officeDocument/2006/relationships/theme" Target="../theme/theme1.xml"/>
    <Relationship Id="rId2" Type="http://schemas.openxmlformats.org/officeDocument/2006/relationships/slideLayout" Target="../slideLayouts/slideLayout2.xml"/>
    <Relationship Id="rId1" Type="http://schemas.openxmlformats.org/officeDocument/2006/relationships/slideLayout" Target="../slideLayouts/slideLayout1.xml"/>
    <Relationship Id="rId6" Type="http://schemas.openxmlformats.org/officeDocument/2006/relationships/slideLayout" Target="../slideLayouts/slideLayout6.xml"/>
    <Relationship Id="rId11" Type="http://schemas.openxmlformats.org/officeDocument/2006/relationships/slideLayout" Target="../slideLayouts/slideLayout11.xml"/>
    <Relationship Id="rId5" Type="http://schemas.openxmlformats.org/officeDocument/2006/relationships/slideLayout" Target="../slideLayouts/slideLayout5.xml"/>
    <Relationship Id="rId10" Type="http://schemas.openxmlformats.org/officeDocument/2006/relationships/slideLayout" Target="../slideLayouts/slideLayout10.xml"/>
    <Relationship Id="rId4" Type="http://schemas.openxmlformats.org/officeDocument/2006/relationships/slideLayout" Target="../slideLayouts/slideLayout4.xml"/>
    <Relationship Id="rId9" Type="http://schemas.openxmlformats.org/officeDocument/2006/relationships/slideLayout" Target="../slideLayouts/slideLayout9.xml"/>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</Relationships>

</file>

<file path=ppt/slides/_rels/slide2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7' Target='../media/image1.png' Type='http://schemas.openxmlformats.org/officeDocument/2006/relationships/image' />
</Relationships>

</file>

<file path=ppt/slides/_rels/slide3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8' Target='../media/image2.png' Type='http://schemas.openxmlformats.org/officeDocument/2006/relationships/image' />
</Relationships>

</file>

<file path=ppt/slides/_rels/slide4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9' Target='../media/image3.png' Type='http://schemas.openxmlformats.org/officeDocument/2006/relationships/image' />
</Relationships>

</file>

<file path=ppt/slides/_rels/slide5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10' Target='../media/image4.png' Type='http://schemas.openxmlformats.org/officeDocument/2006/relationships/image' />
</Relationships>

</file>

<file path=ppt/slides/_rels/slide6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11' Target='../media/image5.png' Type='http://schemas.openxmlformats.org/officeDocument/2006/relationships/image' />
</Relationships>

</file>

<file path=ppt/slides/_rels/slide7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12' Target='../media/image6.png' Type='http://schemas.openxmlformats.org/officeDocument/2006/relationships/image' />
</Relationships>

</file>

<file path=ppt/slides/_rels/slide8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13' Target='../media/image7.png' Type='http://schemas.openxmlformats.org/officeDocument/2006/relationships/image' />
</Relationships>

</file>

<file path=ppt/slides/_rels/slide9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14' Target='../media/image8.png' Type='http://schemas.openxmlformats.org/officeDocument/2006/relationships/image' />
</Relationships>

</file>

<file path=ppt/slides/_rels/slide10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15' Target='../media/image9.png' Type='http://schemas.openxmlformats.org/officeDocument/2006/relationships/image' />
</Relationships>

</file>

<file path=ppt/slides/_rels/slideTemplate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lide1">
            <a:extLst>
              <a:ext uri="{FF2B5EF4-FFF2-40B4-BE49-F238E27FC236}">
                <a16:creationId xmlns:a16="http://schemas.microsoft.com/office/drawing/2014/main" id="{4D486A42-FF1C-4B6B-B705-E3CD3E7738DC}"/>
              </a:ext>
            </a:extLst>
          </p:cNvPr>
          <p:cNvSpPr>
            <a:spLocks noGrp="1"/>
          </p:cNvSpPr>
          <p:nvPr>
            <p:ph idx="0" type="ctrTitle"/>
          </p:nvPr>
        </p:nvSpPr>
        <p:spPr/>
        <p:txBody>
          <a:bodyPr/>
          <a:lstStyle/>
          <a:p>
            <a:r>
              <a:rPr/>
              <a:t>Olist_Analysis_Dashboard__2</a:t>
            </a:r>
          </a:p>
        </p:txBody>
      </p:sp>
      <p:sp>
        <p:nvSpPr>
          <p:cNvPr id="1" name="slide1">
            <a:extLst>
              <a:ext uri="{FF2B5EF4-FFF2-40B4-BE49-F238E27FC236}">
                <a16:creationId xmlns:a16="http://schemas.microsoft.com/office/drawing/2014/main" id="{5C915FB3-2026-4E5F-95DF-D91D7EA9863F}"/>
              </a:ext>
            </a:extLst>
          </p:cNvPr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/>
              <a:t>File created on: 18.05.2026 18:37:07 IST</a:t>
            </a:r>
          </a:p>
        </p:txBody>
      </p:sp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onthlyGrowth" id="2" name="slide2">
            <a:extLst>
              <a:ext uri="{FF2B5EF4-FFF2-40B4-BE49-F238E27FC236}">
                <a16:creationId xmlns:a16="http://schemas.microsoft.com/office/drawing/2014/main" id="{F7DB3751-0661-49B6-9BDD-729AECFD11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137" y="138112"/>
            <a:ext cx="9991725" cy="658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2-RevenueByState" id="3" name="slide3">
            <a:extLst>
              <a:ext uri="{FF2B5EF4-FFF2-40B4-BE49-F238E27FC236}">
                <a16:creationId xmlns:a16="http://schemas.microsoft.com/office/drawing/2014/main" id="{123C756C-FBFB-4108-BC20-6C30ABD8D3C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5962" y="261937"/>
            <a:ext cx="8220075" cy="6334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1-DelaySeverityvsScore" id="4" name="slide4">
            <a:extLst>
              <a:ext uri="{FF2B5EF4-FFF2-40B4-BE49-F238E27FC236}">
                <a16:creationId xmlns:a16="http://schemas.microsoft.com/office/drawing/2014/main" id="{90E48457-7ECE-43C7-8A98-88C518284E0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9712" y="176212"/>
            <a:ext cx="9172575" cy="650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list E-Commerce Dashboard" id="5" name="slide5">
            <a:extLst>
              <a:ext uri="{FF2B5EF4-FFF2-40B4-BE49-F238E27FC236}">
                <a16:creationId xmlns:a16="http://schemas.microsoft.com/office/drawing/2014/main" id="{0DF45824-D6E1-46BB-BA8D-D023EF7617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ustomers-by-state" id="6" name="slide6">
            <a:extLst>
              <a:ext uri="{FF2B5EF4-FFF2-40B4-BE49-F238E27FC236}">
                <a16:creationId xmlns:a16="http://schemas.microsoft.com/office/drawing/2014/main" id="{DDDFFC45-9A36-40E3-A210-BE9C8FBD1A2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7800" y="152400"/>
            <a:ext cx="92964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ellers-by-state" id="7" name="slide7">
            <a:extLst>
              <a:ext uri="{FF2B5EF4-FFF2-40B4-BE49-F238E27FC236}">
                <a16:creationId xmlns:a16="http://schemas.microsoft.com/office/drawing/2014/main" id="{73BE965A-EE14-4745-B35A-2E688AEC2AB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2550" y="152400"/>
            <a:ext cx="94869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4-Freight%ByState" id="8" name="slide8">
            <a:extLst>
              <a:ext uri="{FF2B5EF4-FFF2-40B4-BE49-F238E27FC236}">
                <a16:creationId xmlns:a16="http://schemas.microsoft.com/office/drawing/2014/main" id="{8C4EC079-A353-4BE9-B340-F097AA5BD31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325" y="176212"/>
            <a:ext cx="10039350" cy="650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3-GMV Pareto Distribution" id="9" name="slide9">
            <a:extLst>
              <a:ext uri="{FF2B5EF4-FFF2-40B4-BE49-F238E27FC236}">
                <a16:creationId xmlns:a16="http://schemas.microsoft.com/office/drawing/2014/main" id="{A6EE21A0-6EF9-4308-9BA2-8D9224D67DE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8875" y="328612"/>
            <a:ext cx="7334250" cy="620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3-The KPI Card" id="10" name="slide10">
            <a:extLst>
              <a:ext uri="{FF2B5EF4-FFF2-40B4-BE49-F238E27FC236}">
                <a16:creationId xmlns:a16="http://schemas.microsoft.com/office/drawing/2014/main" id="{DD2B58E7-58C3-4158-B45C-B0974B6B9D9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1975" y="2790825"/>
            <a:ext cx="3448050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Template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baseType="lpstr" size="5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creator/>
  <cp:lastModifiedBy/>
  <cp:revision>0</cp:revision>
  <dcterms:created xsi:type="dcterms:W3CDTF">2026-05-18T13:07:08Z</dcterms:created>
  <dcterms:modified xsi:type="dcterms:W3CDTF">2026-05-18T13:07:08Z</dcterms:modified>
</cp:coreProperties>
</file>