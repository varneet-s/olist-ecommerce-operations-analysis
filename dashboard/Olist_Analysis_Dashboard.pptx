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332E154-62B5-4097-9975-5B8D6A9EA74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Olist_Analysis_Dashboard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C981540-5E05-490E-876E-4C55D4BCDA9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25.05.2026 19:06:32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list E-Commerce Dashboard" id="2" name="slide2">
            <a:extLst>
              <a:ext uri="{FF2B5EF4-FFF2-40B4-BE49-F238E27FC236}">
                <a16:creationId xmlns:a16="http://schemas.microsoft.com/office/drawing/2014/main" id="{7144E854-21DF-4D04-97E1-F9CD697FCE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Growth" id="3" name="slide3">
            <a:extLst>
              <a:ext uri="{FF2B5EF4-FFF2-40B4-BE49-F238E27FC236}">
                <a16:creationId xmlns:a16="http://schemas.microsoft.com/office/drawing/2014/main" id="{014FBE50-FBC5-4483-9334-7898328F68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2" y="95250"/>
            <a:ext cx="1065847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1-DelaySeverityvsScore" id="4" name="slide4">
            <a:extLst>
              <a:ext uri="{FF2B5EF4-FFF2-40B4-BE49-F238E27FC236}">
                <a16:creationId xmlns:a16="http://schemas.microsoft.com/office/drawing/2014/main" id="{CB45C181-9C6C-471E-8B73-8B0C9AED3B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12" y="95250"/>
            <a:ext cx="917257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2-RevenueByState" id="5" name="slide5">
            <a:extLst>
              <a:ext uri="{FF2B5EF4-FFF2-40B4-BE49-F238E27FC236}">
                <a16:creationId xmlns:a16="http://schemas.microsoft.com/office/drawing/2014/main" id="{E30C6E8C-418C-486C-8F58-AAAC4423DF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962" y="261937"/>
            <a:ext cx="8220075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3-The KPI Card" id="6" name="slide6">
            <a:extLst>
              <a:ext uri="{FF2B5EF4-FFF2-40B4-BE49-F238E27FC236}">
                <a16:creationId xmlns:a16="http://schemas.microsoft.com/office/drawing/2014/main" id="{95BE951E-E096-43DC-BFDF-12DFC1B77C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975" y="2790825"/>
            <a:ext cx="34480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3-GMV Pareto Distribution" id="7" name="slide7">
            <a:extLst>
              <a:ext uri="{FF2B5EF4-FFF2-40B4-BE49-F238E27FC236}">
                <a16:creationId xmlns:a16="http://schemas.microsoft.com/office/drawing/2014/main" id="{199A2BD8-5844-459A-A203-6546856B64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5" y="328612"/>
            <a:ext cx="733425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4-Freight%ByState" id="8" name="slide8">
            <a:extLst>
              <a:ext uri="{FF2B5EF4-FFF2-40B4-BE49-F238E27FC236}">
                <a16:creationId xmlns:a16="http://schemas.microsoft.com/office/drawing/2014/main" id="{11281A94-28D6-4033-B397-22283F21D6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5" y="95250"/>
            <a:ext cx="1003935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s-by-state" id="9" name="slide9">
            <a:extLst>
              <a:ext uri="{FF2B5EF4-FFF2-40B4-BE49-F238E27FC236}">
                <a16:creationId xmlns:a16="http://schemas.microsoft.com/office/drawing/2014/main" id="{5630DF1C-AE69-498C-845A-5DA2BF1C22D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95250"/>
            <a:ext cx="996315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llers-by-state" id="10" name="slide10">
            <a:extLst>
              <a:ext uri="{FF2B5EF4-FFF2-40B4-BE49-F238E27FC236}">
                <a16:creationId xmlns:a16="http://schemas.microsoft.com/office/drawing/2014/main" id="{205D04B8-0AF3-438E-BB99-CC826A90A6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95250"/>
            <a:ext cx="1015365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2026-05-25T13:36:33Z</dcterms:created>
  <dcterms:modified xsi:type="dcterms:W3CDTF">2026-05-25T13:36:33Z</dcterms:modified>
</cp:coreProperties>
</file>